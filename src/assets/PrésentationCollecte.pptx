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DDDEE4-AA74-4F44-A712-DD0A3F88441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230BFF2-D4F9-4551-8E43-094890D4A4CE}">
      <dgm:prSet/>
      <dgm:spPr/>
      <dgm:t>
        <a:bodyPr/>
        <a:lstStyle/>
        <a:p>
          <a:r>
            <a:rPr lang="fr-CA"/>
            <a:t>Chercher un artiste</a:t>
          </a:r>
          <a:endParaRPr lang="en-US"/>
        </a:p>
      </dgm:t>
    </dgm:pt>
    <dgm:pt modelId="{E52B873C-4817-4EE7-898A-CF4D8AC62FD5}" type="parTrans" cxnId="{D24C779D-B44C-45A7-91DB-9F45F48AA6DF}">
      <dgm:prSet/>
      <dgm:spPr/>
      <dgm:t>
        <a:bodyPr/>
        <a:lstStyle/>
        <a:p>
          <a:endParaRPr lang="en-US"/>
        </a:p>
      </dgm:t>
    </dgm:pt>
    <dgm:pt modelId="{7129AC83-0D00-4765-A440-F86BB8C1173E}" type="sibTrans" cxnId="{D24C779D-B44C-45A7-91DB-9F45F48AA6DF}">
      <dgm:prSet/>
      <dgm:spPr/>
      <dgm:t>
        <a:bodyPr/>
        <a:lstStyle/>
        <a:p>
          <a:endParaRPr lang="en-US"/>
        </a:p>
      </dgm:t>
    </dgm:pt>
    <dgm:pt modelId="{B1966C21-358D-4119-AA92-9BBE6389766E}">
      <dgm:prSet/>
      <dgm:spPr/>
      <dgm:t>
        <a:bodyPr/>
        <a:lstStyle/>
        <a:p>
          <a:r>
            <a:rPr lang="fr-CA"/>
            <a:t>Trouver une musique dans la base de données</a:t>
          </a:r>
          <a:endParaRPr lang="en-US"/>
        </a:p>
      </dgm:t>
    </dgm:pt>
    <dgm:pt modelId="{B159198E-A0C6-4956-8682-CFF65C4F5AFE}" type="parTrans" cxnId="{E3D27AF2-5B60-45C9-8F15-74ECDC6FE7E1}">
      <dgm:prSet/>
      <dgm:spPr/>
      <dgm:t>
        <a:bodyPr/>
        <a:lstStyle/>
        <a:p>
          <a:endParaRPr lang="en-US"/>
        </a:p>
      </dgm:t>
    </dgm:pt>
    <dgm:pt modelId="{6E79855D-65F8-4B45-802C-C9DA0001F090}" type="sibTrans" cxnId="{E3D27AF2-5B60-45C9-8F15-74ECDC6FE7E1}">
      <dgm:prSet/>
      <dgm:spPr/>
      <dgm:t>
        <a:bodyPr/>
        <a:lstStyle/>
        <a:p>
          <a:endParaRPr lang="en-US"/>
        </a:p>
      </dgm:t>
    </dgm:pt>
    <dgm:pt modelId="{5797CA16-C697-4113-8D3D-E5B202955E05}">
      <dgm:prSet/>
      <dgm:spPr/>
      <dgm:t>
        <a:bodyPr/>
        <a:lstStyle/>
        <a:p>
          <a:r>
            <a:rPr lang="fr-CA"/>
            <a:t>Créer un compte et créer ou supprimer une playlist lier a ce dit compte</a:t>
          </a:r>
          <a:endParaRPr lang="en-US"/>
        </a:p>
      </dgm:t>
    </dgm:pt>
    <dgm:pt modelId="{A992729B-664A-42DE-A5A2-B0FA914828AF}" type="parTrans" cxnId="{C8CB7608-0BCA-4E38-9FAD-1D6DCE471A6A}">
      <dgm:prSet/>
      <dgm:spPr/>
      <dgm:t>
        <a:bodyPr/>
        <a:lstStyle/>
        <a:p>
          <a:endParaRPr lang="en-US"/>
        </a:p>
      </dgm:t>
    </dgm:pt>
    <dgm:pt modelId="{FE5C2AB6-438E-45CF-BBD4-D7BC4A197C38}" type="sibTrans" cxnId="{C8CB7608-0BCA-4E38-9FAD-1D6DCE471A6A}">
      <dgm:prSet/>
      <dgm:spPr/>
      <dgm:t>
        <a:bodyPr/>
        <a:lstStyle/>
        <a:p>
          <a:endParaRPr lang="en-US"/>
        </a:p>
      </dgm:t>
    </dgm:pt>
    <dgm:pt modelId="{2714F863-ADF3-4AFA-B348-90BD497EAEB1}">
      <dgm:prSet/>
      <dgm:spPr/>
      <dgm:t>
        <a:bodyPr/>
        <a:lstStyle/>
        <a:p>
          <a:r>
            <a:rPr lang="fr-CA"/>
            <a:t>Ajouter et supprimer des musiques dans la playlist</a:t>
          </a:r>
          <a:endParaRPr lang="en-US"/>
        </a:p>
      </dgm:t>
    </dgm:pt>
    <dgm:pt modelId="{77E38112-E8EE-4A0A-A20B-3F5E46D0F146}" type="parTrans" cxnId="{FB3FE92E-A09C-48B9-949F-F75405AD2BB0}">
      <dgm:prSet/>
      <dgm:spPr/>
      <dgm:t>
        <a:bodyPr/>
        <a:lstStyle/>
        <a:p>
          <a:endParaRPr lang="en-US"/>
        </a:p>
      </dgm:t>
    </dgm:pt>
    <dgm:pt modelId="{EAB89E5F-6EDE-4CB5-85B6-3DB2292E806A}" type="sibTrans" cxnId="{FB3FE92E-A09C-48B9-949F-F75405AD2BB0}">
      <dgm:prSet/>
      <dgm:spPr/>
      <dgm:t>
        <a:bodyPr/>
        <a:lstStyle/>
        <a:p>
          <a:endParaRPr lang="en-US"/>
        </a:p>
      </dgm:t>
    </dgm:pt>
    <dgm:pt modelId="{A066BB42-81C4-4A52-9811-AC1BF82100CF}">
      <dgm:prSet/>
      <dgm:spPr/>
      <dgm:t>
        <a:bodyPr/>
        <a:lstStyle/>
        <a:p>
          <a:r>
            <a:rPr lang="fr-CA"/>
            <a:t>Création automatique de playlist par rapport a certain genre et certaine année et elle se met à jour a chaque heure</a:t>
          </a:r>
          <a:endParaRPr lang="en-US"/>
        </a:p>
      </dgm:t>
    </dgm:pt>
    <dgm:pt modelId="{C90CD0C7-CA2F-4C8F-B831-F4CBDCD7B543}" type="parTrans" cxnId="{61C9290A-56DE-4D7F-B3EE-35767BB46B29}">
      <dgm:prSet/>
      <dgm:spPr/>
      <dgm:t>
        <a:bodyPr/>
        <a:lstStyle/>
        <a:p>
          <a:endParaRPr lang="en-US"/>
        </a:p>
      </dgm:t>
    </dgm:pt>
    <dgm:pt modelId="{F3388B6A-D706-4716-AC81-96CF0FC6925B}" type="sibTrans" cxnId="{61C9290A-56DE-4D7F-B3EE-35767BB46B29}">
      <dgm:prSet/>
      <dgm:spPr/>
      <dgm:t>
        <a:bodyPr/>
        <a:lstStyle/>
        <a:p>
          <a:endParaRPr lang="en-US"/>
        </a:p>
      </dgm:t>
    </dgm:pt>
    <dgm:pt modelId="{29BBD4A8-2F22-4725-8CC2-86BD3E5B9FCE}" type="pres">
      <dgm:prSet presAssocID="{C1DDDEE4-AA74-4F44-A712-DD0A3F884418}" presName="linear" presStyleCnt="0">
        <dgm:presLayoutVars>
          <dgm:animLvl val="lvl"/>
          <dgm:resizeHandles val="exact"/>
        </dgm:presLayoutVars>
      </dgm:prSet>
      <dgm:spPr/>
    </dgm:pt>
    <dgm:pt modelId="{93EB2D8E-C98B-431B-A59C-A7C9281B794D}" type="pres">
      <dgm:prSet presAssocID="{C230BFF2-D4F9-4551-8E43-094890D4A4C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2431C03-B8A0-4760-A130-2586261E37E3}" type="pres">
      <dgm:prSet presAssocID="{7129AC83-0D00-4765-A440-F86BB8C1173E}" presName="spacer" presStyleCnt="0"/>
      <dgm:spPr/>
    </dgm:pt>
    <dgm:pt modelId="{AD002104-4D24-43D8-9BEF-1D678532D790}" type="pres">
      <dgm:prSet presAssocID="{B1966C21-358D-4119-AA92-9BBE6389766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091A09A-64DA-4B19-A272-E3C63BDEEB76}" type="pres">
      <dgm:prSet presAssocID="{6E79855D-65F8-4B45-802C-C9DA0001F090}" presName="spacer" presStyleCnt="0"/>
      <dgm:spPr/>
    </dgm:pt>
    <dgm:pt modelId="{9ACE3070-BA68-4F3A-89AD-91CD9F9368BE}" type="pres">
      <dgm:prSet presAssocID="{5797CA16-C697-4113-8D3D-E5B202955E0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D36714F-FE50-4A18-8D9E-18AA8880EED9}" type="pres">
      <dgm:prSet presAssocID="{FE5C2AB6-438E-45CF-BBD4-D7BC4A197C38}" presName="spacer" presStyleCnt="0"/>
      <dgm:spPr/>
    </dgm:pt>
    <dgm:pt modelId="{9AF86EE1-B2BD-4875-AEEB-4E82C131CC72}" type="pres">
      <dgm:prSet presAssocID="{2714F863-ADF3-4AFA-B348-90BD497EAEB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211812D-9456-4069-98FD-A7B821EC1797}" type="pres">
      <dgm:prSet presAssocID="{EAB89E5F-6EDE-4CB5-85B6-3DB2292E806A}" presName="spacer" presStyleCnt="0"/>
      <dgm:spPr/>
    </dgm:pt>
    <dgm:pt modelId="{E8F6262F-C01C-4AD7-A708-21962B8166ED}" type="pres">
      <dgm:prSet presAssocID="{A066BB42-81C4-4A52-9811-AC1BF82100C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381F002-87CA-4D8F-9779-D8CB6743E03F}" type="presOf" srcId="{B1966C21-358D-4119-AA92-9BBE6389766E}" destId="{AD002104-4D24-43D8-9BEF-1D678532D790}" srcOrd="0" destOrd="0" presId="urn:microsoft.com/office/officeart/2005/8/layout/vList2"/>
    <dgm:cxn modelId="{C8CB7608-0BCA-4E38-9FAD-1D6DCE471A6A}" srcId="{C1DDDEE4-AA74-4F44-A712-DD0A3F884418}" destId="{5797CA16-C697-4113-8D3D-E5B202955E05}" srcOrd="2" destOrd="0" parTransId="{A992729B-664A-42DE-A5A2-B0FA914828AF}" sibTransId="{FE5C2AB6-438E-45CF-BBD4-D7BC4A197C38}"/>
    <dgm:cxn modelId="{61C9290A-56DE-4D7F-B3EE-35767BB46B29}" srcId="{C1DDDEE4-AA74-4F44-A712-DD0A3F884418}" destId="{A066BB42-81C4-4A52-9811-AC1BF82100CF}" srcOrd="4" destOrd="0" parTransId="{C90CD0C7-CA2F-4C8F-B831-F4CBDCD7B543}" sibTransId="{F3388B6A-D706-4716-AC81-96CF0FC6925B}"/>
    <dgm:cxn modelId="{FB3FE92E-A09C-48B9-949F-F75405AD2BB0}" srcId="{C1DDDEE4-AA74-4F44-A712-DD0A3F884418}" destId="{2714F863-ADF3-4AFA-B348-90BD497EAEB1}" srcOrd="3" destOrd="0" parTransId="{77E38112-E8EE-4A0A-A20B-3F5E46D0F146}" sibTransId="{EAB89E5F-6EDE-4CB5-85B6-3DB2292E806A}"/>
    <dgm:cxn modelId="{DBCAEB2E-7694-4972-AB94-2A0F1F8F0150}" type="presOf" srcId="{C230BFF2-D4F9-4551-8E43-094890D4A4CE}" destId="{93EB2D8E-C98B-431B-A59C-A7C9281B794D}" srcOrd="0" destOrd="0" presId="urn:microsoft.com/office/officeart/2005/8/layout/vList2"/>
    <dgm:cxn modelId="{A662D288-4EBE-4E35-B2BD-43F6038AB34F}" type="presOf" srcId="{A066BB42-81C4-4A52-9811-AC1BF82100CF}" destId="{E8F6262F-C01C-4AD7-A708-21962B8166ED}" srcOrd="0" destOrd="0" presId="urn:microsoft.com/office/officeart/2005/8/layout/vList2"/>
    <dgm:cxn modelId="{D24C779D-B44C-45A7-91DB-9F45F48AA6DF}" srcId="{C1DDDEE4-AA74-4F44-A712-DD0A3F884418}" destId="{C230BFF2-D4F9-4551-8E43-094890D4A4CE}" srcOrd="0" destOrd="0" parTransId="{E52B873C-4817-4EE7-898A-CF4D8AC62FD5}" sibTransId="{7129AC83-0D00-4765-A440-F86BB8C1173E}"/>
    <dgm:cxn modelId="{F7D755A5-A276-4959-A0F2-A2E8909CC971}" type="presOf" srcId="{5797CA16-C697-4113-8D3D-E5B202955E05}" destId="{9ACE3070-BA68-4F3A-89AD-91CD9F9368BE}" srcOrd="0" destOrd="0" presId="urn:microsoft.com/office/officeart/2005/8/layout/vList2"/>
    <dgm:cxn modelId="{E920A0AC-2284-4CAE-ACAD-72044645AA1F}" type="presOf" srcId="{2714F863-ADF3-4AFA-B348-90BD497EAEB1}" destId="{9AF86EE1-B2BD-4875-AEEB-4E82C131CC72}" srcOrd="0" destOrd="0" presId="urn:microsoft.com/office/officeart/2005/8/layout/vList2"/>
    <dgm:cxn modelId="{6051CDEF-9719-4F5C-AB57-3CB818ABF17E}" type="presOf" srcId="{C1DDDEE4-AA74-4F44-A712-DD0A3F884418}" destId="{29BBD4A8-2F22-4725-8CC2-86BD3E5B9FCE}" srcOrd="0" destOrd="0" presId="urn:microsoft.com/office/officeart/2005/8/layout/vList2"/>
    <dgm:cxn modelId="{E3D27AF2-5B60-45C9-8F15-74ECDC6FE7E1}" srcId="{C1DDDEE4-AA74-4F44-A712-DD0A3F884418}" destId="{B1966C21-358D-4119-AA92-9BBE6389766E}" srcOrd="1" destOrd="0" parTransId="{B159198E-A0C6-4956-8682-CFF65C4F5AFE}" sibTransId="{6E79855D-65F8-4B45-802C-C9DA0001F090}"/>
    <dgm:cxn modelId="{A07A9948-005D-4554-8F35-B94F370548A0}" type="presParOf" srcId="{29BBD4A8-2F22-4725-8CC2-86BD3E5B9FCE}" destId="{93EB2D8E-C98B-431B-A59C-A7C9281B794D}" srcOrd="0" destOrd="0" presId="urn:microsoft.com/office/officeart/2005/8/layout/vList2"/>
    <dgm:cxn modelId="{1040C879-3243-4DE2-AA91-5B1609A277D1}" type="presParOf" srcId="{29BBD4A8-2F22-4725-8CC2-86BD3E5B9FCE}" destId="{42431C03-B8A0-4760-A130-2586261E37E3}" srcOrd="1" destOrd="0" presId="urn:microsoft.com/office/officeart/2005/8/layout/vList2"/>
    <dgm:cxn modelId="{FF19AB14-69F1-4485-82A5-9F29EFBF74B4}" type="presParOf" srcId="{29BBD4A8-2F22-4725-8CC2-86BD3E5B9FCE}" destId="{AD002104-4D24-43D8-9BEF-1D678532D790}" srcOrd="2" destOrd="0" presId="urn:microsoft.com/office/officeart/2005/8/layout/vList2"/>
    <dgm:cxn modelId="{78D63518-30CA-4570-9005-CAD0DE22599D}" type="presParOf" srcId="{29BBD4A8-2F22-4725-8CC2-86BD3E5B9FCE}" destId="{D091A09A-64DA-4B19-A272-E3C63BDEEB76}" srcOrd="3" destOrd="0" presId="urn:microsoft.com/office/officeart/2005/8/layout/vList2"/>
    <dgm:cxn modelId="{45747FE4-3973-4DF9-A4A8-7EFC2CB8AC54}" type="presParOf" srcId="{29BBD4A8-2F22-4725-8CC2-86BD3E5B9FCE}" destId="{9ACE3070-BA68-4F3A-89AD-91CD9F9368BE}" srcOrd="4" destOrd="0" presId="urn:microsoft.com/office/officeart/2005/8/layout/vList2"/>
    <dgm:cxn modelId="{5096FEB6-911B-4493-A8BB-FB206AA0CF12}" type="presParOf" srcId="{29BBD4A8-2F22-4725-8CC2-86BD3E5B9FCE}" destId="{CD36714F-FE50-4A18-8D9E-18AA8880EED9}" srcOrd="5" destOrd="0" presId="urn:microsoft.com/office/officeart/2005/8/layout/vList2"/>
    <dgm:cxn modelId="{712401A6-AE11-4C6A-A6BA-D2A97599F4D5}" type="presParOf" srcId="{29BBD4A8-2F22-4725-8CC2-86BD3E5B9FCE}" destId="{9AF86EE1-B2BD-4875-AEEB-4E82C131CC72}" srcOrd="6" destOrd="0" presId="urn:microsoft.com/office/officeart/2005/8/layout/vList2"/>
    <dgm:cxn modelId="{DE17A507-BA33-4ABE-9668-2D4EDE94B6A4}" type="presParOf" srcId="{29BBD4A8-2F22-4725-8CC2-86BD3E5B9FCE}" destId="{6211812D-9456-4069-98FD-A7B821EC1797}" srcOrd="7" destOrd="0" presId="urn:microsoft.com/office/officeart/2005/8/layout/vList2"/>
    <dgm:cxn modelId="{5ED85F8D-0DF4-4D0D-BF8B-04AACEDA947A}" type="presParOf" srcId="{29BBD4A8-2F22-4725-8CC2-86BD3E5B9FCE}" destId="{E8F6262F-C01C-4AD7-A708-21962B8166E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13B2981-E997-48E9-85C8-F332F1EDC46C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84C81C5-0303-4F2A-9FE8-87F810FD8056}">
      <dgm:prSet/>
      <dgm:spPr/>
      <dgm:t>
        <a:bodyPr/>
        <a:lstStyle/>
        <a:p>
          <a:r>
            <a:rPr lang="fr-CA"/>
            <a:t>Https</a:t>
          </a:r>
          <a:endParaRPr lang="en-US"/>
        </a:p>
      </dgm:t>
    </dgm:pt>
    <dgm:pt modelId="{6503A55E-B840-4B24-B94E-90E3D92D4E05}" type="parTrans" cxnId="{A96D1884-BC79-4B2C-8426-4F30BC6CFCF7}">
      <dgm:prSet/>
      <dgm:spPr/>
      <dgm:t>
        <a:bodyPr/>
        <a:lstStyle/>
        <a:p>
          <a:endParaRPr lang="en-US"/>
        </a:p>
      </dgm:t>
    </dgm:pt>
    <dgm:pt modelId="{B476B82D-7311-41C3-B022-0C1BB01C61F9}" type="sibTrans" cxnId="{A96D1884-BC79-4B2C-8426-4F30BC6CFCF7}">
      <dgm:prSet/>
      <dgm:spPr/>
      <dgm:t>
        <a:bodyPr/>
        <a:lstStyle/>
        <a:p>
          <a:endParaRPr lang="en-US"/>
        </a:p>
      </dgm:t>
    </dgm:pt>
    <dgm:pt modelId="{29A65C2A-4EF4-4CF0-89C2-E0E1F535B570}">
      <dgm:prSet/>
      <dgm:spPr/>
      <dgm:t>
        <a:bodyPr/>
        <a:lstStyle/>
        <a:p>
          <a:r>
            <a:rPr lang="fr-CA"/>
            <a:t>JWT</a:t>
          </a:r>
          <a:endParaRPr lang="en-US"/>
        </a:p>
      </dgm:t>
    </dgm:pt>
    <dgm:pt modelId="{A380B249-DCE8-4091-981E-F1D6107CA705}" type="parTrans" cxnId="{363C5B2F-8557-4B8D-9E1E-7FD18FFDB3C3}">
      <dgm:prSet/>
      <dgm:spPr/>
      <dgm:t>
        <a:bodyPr/>
        <a:lstStyle/>
        <a:p>
          <a:endParaRPr lang="en-US"/>
        </a:p>
      </dgm:t>
    </dgm:pt>
    <dgm:pt modelId="{AB031010-BFAF-4A91-AFA9-E0025F0FD22A}" type="sibTrans" cxnId="{363C5B2F-8557-4B8D-9E1E-7FD18FFDB3C3}">
      <dgm:prSet/>
      <dgm:spPr/>
      <dgm:t>
        <a:bodyPr/>
        <a:lstStyle/>
        <a:p>
          <a:endParaRPr lang="en-US"/>
        </a:p>
      </dgm:t>
    </dgm:pt>
    <dgm:pt modelId="{74B7F407-44B0-4C25-9819-10D54554BE69}" type="pres">
      <dgm:prSet presAssocID="{413B2981-E997-48E9-85C8-F332F1EDC46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DE72D29-97BA-4017-8A8B-377587AA5D58}" type="pres">
      <dgm:prSet presAssocID="{E84C81C5-0303-4F2A-9FE8-87F810FD8056}" presName="hierRoot1" presStyleCnt="0"/>
      <dgm:spPr/>
    </dgm:pt>
    <dgm:pt modelId="{F63DF8EA-D09B-4AE2-A6FE-7F6F153E0D25}" type="pres">
      <dgm:prSet presAssocID="{E84C81C5-0303-4F2A-9FE8-87F810FD8056}" presName="composite" presStyleCnt="0"/>
      <dgm:spPr/>
    </dgm:pt>
    <dgm:pt modelId="{DE3D2978-8756-46E2-B742-7BD89D8FD50B}" type="pres">
      <dgm:prSet presAssocID="{E84C81C5-0303-4F2A-9FE8-87F810FD8056}" presName="background" presStyleLbl="node0" presStyleIdx="0" presStyleCnt="2"/>
      <dgm:spPr/>
    </dgm:pt>
    <dgm:pt modelId="{074D01BD-6D4E-4270-B3AA-11F78508454C}" type="pres">
      <dgm:prSet presAssocID="{E84C81C5-0303-4F2A-9FE8-87F810FD8056}" presName="text" presStyleLbl="fgAcc0" presStyleIdx="0" presStyleCnt="2">
        <dgm:presLayoutVars>
          <dgm:chPref val="3"/>
        </dgm:presLayoutVars>
      </dgm:prSet>
      <dgm:spPr/>
    </dgm:pt>
    <dgm:pt modelId="{B1C2292F-DC8B-44A2-A9D9-FAC424D29BF3}" type="pres">
      <dgm:prSet presAssocID="{E84C81C5-0303-4F2A-9FE8-87F810FD8056}" presName="hierChild2" presStyleCnt="0"/>
      <dgm:spPr/>
    </dgm:pt>
    <dgm:pt modelId="{DEB3EFB2-710C-40D0-812A-AD3ED09B97E6}" type="pres">
      <dgm:prSet presAssocID="{29A65C2A-4EF4-4CF0-89C2-E0E1F535B570}" presName="hierRoot1" presStyleCnt="0"/>
      <dgm:spPr/>
    </dgm:pt>
    <dgm:pt modelId="{21C67D83-7F94-4ACC-910E-4ABC0E19FEA2}" type="pres">
      <dgm:prSet presAssocID="{29A65C2A-4EF4-4CF0-89C2-E0E1F535B570}" presName="composite" presStyleCnt="0"/>
      <dgm:spPr/>
    </dgm:pt>
    <dgm:pt modelId="{13D3CE4A-8562-45AE-92EA-D38F0135392D}" type="pres">
      <dgm:prSet presAssocID="{29A65C2A-4EF4-4CF0-89C2-E0E1F535B570}" presName="background" presStyleLbl="node0" presStyleIdx="1" presStyleCnt="2"/>
      <dgm:spPr/>
    </dgm:pt>
    <dgm:pt modelId="{CAD9634A-4E78-42B5-80C1-5E501E46BCB1}" type="pres">
      <dgm:prSet presAssocID="{29A65C2A-4EF4-4CF0-89C2-E0E1F535B570}" presName="text" presStyleLbl="fgAcc0" presStyleIdx="1" presStyleCnt="2">
        <dgm:presLayoutVars>
          <dgm:chPref val="3"/>
        </dgm:presLayoutVars>
      </dgm:prSet>
      <dgm:spPr/>
    </dgm:pt>
    <dgm:pt modelId="{1898AC23-3EDE-4DE1-B4E7-DEB24BAC0755}" type="pres">
      <dgm:prSet presAssocID="{29A65C2A-4EF4-4CF0-89C2-E0E1F535B570}" presName="hierChild2" presStyleCnt="0"/>
      <dgm:spPr/>
    </dgm:pt>
  </dgm:ptLst>
  <dgm:cxnLst>
    <dgm:cxn modelId="{363C5B2F-8557-4B8D-9E1E-7FD18FFDB3C3}" srcId="{413B2981-E997-48E9-85C8-F332F1EDC46C}" destId="{29A65C2A-4EF4-4CF0-89C2-E0E1F535B570}" srcOrd="1" destOrd="0" parTransId="{A380B249-DCE8-4091-981E-F1D6107CA705}" sibTransId="{AB031010-BFAF-4A91-AFA9-E0025F0FD22A}"/>
    <dgm:cxn modelId="{9F770B7A-2E3C-4B08-8D4D-7CC968A21DBF}" type="presOf" srcId="{413B2981-E997-48E9-85C8-F332F1EDC46C}" destId="{74B7F407-44B0-4C25-9819-10D54554BE69}" srcOrd="0" destOrd="0" presId="urn:microsoft.com/office/officeart/2005/8/layout/hierarchy1"/>
    <dgm:cxn modelId="{A96D1884-BC79-4B2C-8426-4F30BC6CFCF7}" srcId="{413B2981-E997-48E9-85C8-F332F1EDC46C}" destId="{E84C81C5-0303-4F2A-9FE8-87F810FD8056}" srcOrd="0" destOrd="0" parTransId="{6503A55E-B840-4B24-B94E-90E3D92D4E05}" sibTransId="{B476B82D-7311-41C3-B022-0C1BB01C61F9}"/>
    <dgm:cxn modelId="{B5F5BF90-1D27-463B-80A9-CED590E5013F}" type="presOf" srcId="{29A65C2A-4EF4-4CF0-89C2-E0E1F535B570}" destId="{CAD9634A-4E78-42B5-80C1-5E501E46BCB1}" srcOrd="0" destOrd="0" presId="urn:microsoft.com/office/officeart/2005/8/layout/hierarchy1"/>
    <dgm:cxn modelId="{70C754B1-E1A0-4F28-96FD-DA3416251D1D}" type="presOf" srcId="{E84C81C5-0303-4F2A-9FE8-87F810FD8056}" destId="{074D01BD-6D4E-4270-B3AA-11F78508454C}" srcOrd="0" destOrd="0" presId="urn:microsoft.com/office/officeart/2005/8/layout/hierarchy1"/>
    <dgm:cxn modelId="{FC7DFFF7-DA8D-462B-AAC6-0CC2F3C5859F}" type="presParOf" srcId="{74B7F407-44B0-4C25-9819-10D54554BE69}" destId="{1DE72D29-97BA-4017-8A8B-377587AA5D58}" srcOrd="0" destOrd="0" presId="urn:microsoft.com/office/officeart/2005/8/layout/hierarchy1"/>
    <dgm:cxn modelId="{8985D5D5-8B52-4368-9C50-E428691EC468}" type="presParOf" srcId="{1DE72D29-97BA-4017-8A8B-377587AA5D58}" destId="{F63DF8EA-D09B-4AE2-A6FE-7F6F153E0D25}" srcOrd="0" destOrd="0" presId="urn:microsoft.com/office/officeart/2005/8/layout/hierarchy1"/>
    <dgm:cxn modelId="{A1016475-1035-4597-85A5-83EF8319FAB8}" type="presParOf" srcId="{F63DF8EA-D09B-4AE2-A6FE-7F6F153E0D25}" destId="{DE3D2978-8756-46E2-B742-7BD89D8FD50B}" srcOrd="0" destOrd="0" presId="urn:microsoft.com/office/officeart/2005/8/layout/hierarchy1"/>
    <dgm:cxn modelId="{90F0B71F-5A43-49AF-82CA-D369CA0D0E77}" type="presParOf" srcId="{F63DF8EA-D09B-4AE2-A6FE-7F6F153E0D25}" destId="{074D01BD-6D4E-4270-B3AA-11F78508454C}" srcOrd="1" destOrd="0" presId="urn:microsoft.com/office/officeart/2005/8/layout/hierarchy1"/>
    <dgm:cxn modelId="{8427BEC7-6A00-4887-BED9-218EE484C360}" type="presParOf" srcId="{1DE72D29-97BA-4017-8A8B-377587AA5D58}" destId="{B1C2292F-DC8B-44A2-A9D9-FAC424D29BF3}" srcOrd="1" destOrd="0" presId="urn:microsoft.com/office/officeart/2005/8/layout/hierarchy1"/>
    <dgm:cxn modelId="{6EC75EB2-28CE-4FF5-9997-EE1C7A43F4AE}" type="presParOf" srcId="{74B7F407-44B0-4C25-9819-10D54554BE69}" destId="{DEB3EFB2-710C-40D0-812A-AD3ED09B97E6}" srcOrd="1" destOrd="0" presId="urn:microsoft.com/office/officeart/2005/8/layout/hierarchy1"/>
    <dgm:cxn modelId="{70B57E94-89B3-4493-8035-47C3FAC98C60}" type="presParOf" srcId="{DEB3EFB2-710C-40D0-812A-AD3ED09B97E6}" destId="{21C67D83-7F94-4ACC-910E-4ABC0E19FEA2}" srcOrd="0" destOrd="0" presId="urn:microsoft.com/office/officeart/2005/8/layout/hierarchy1"/>
    <dgm:cxn modelId="{94956432-2256-4E59-B091-E8DFA815444C}" type="presParOf" srcId="{21C67D83-7F94-4ACC-910E-4ABC0E19FEA2}" destId="{13D3CE4A-8562-45AE-92EA-D38F0135392D}" srcOrd="0" destOrd="0" presId="urn:microsoft.com/office/officeart/2005/8/layout/hierarchy1"/>
    <dgm:cxn modelId="{C86E80AA-DF62-4262-9948-0F727815C245}" type="presParOf" srcId="{21C67D83-7F94-4ACC-910E-4ABC0E19FEA2}" destId="{CAD9634A-4E78-42B5-80C1-5E501E46BCB1}" srcOrd="1" destOrd="0" presId="urn:microsoft.com/office/officeart/2005/8/layout/hierarchy1"/>
    <dgm:cxn modelId="{C219CCF4-1B57-4ACA-9B6A-166C6E737C9B}" type="presParOf" srcId="{DEB3EFB2-710C-40D0-812A-AD3ED09B97E6}" destId="{1898AC23-3EDE-4DE1-B4E7-DEB24BAC075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194289-A23D-4B6D-905D-18F0A97B6737}" type="doc">
      <dgm:prSet loTypeId="urn:microsoft.com/office/officeart/2005/8/layout/matrix3" loCatId="matrix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7A85388-1F0A-42BB-9751-851E439F519A}">
      <dgm:prSet/>
      <dgm:spPr/>
      <dgm:t>
        <a:bodyPr/>
        <a:lstStyle/>
        <a:p>
          <a:r>
            <a:rPr lang="fr-CA"/>
            <a:t>Manque d’information de l’api spotify </a:t>
          </a:r>
          <a:endParaRPr lang="en-US"/>
        </a:p>
      </dgm:t>
    </dgm:pt>
    <dgm:pt modelId="{3A2481F8-2081-446B-818E-2D3CA9FE626A}" type="parTrans" cxnId="{161DF6B6-5C9D-41F1-B3E2-3295934478CC}">
      <dgm:prSet/>
      <dgm:spPr/>
      <dgm:t>
        <a:bodyPr/>
        <a:lstStyle/>
        <a:p>
          <a:endParaRPr lang="en-US"/>
        </a:p>
      </dgm:t>
    </dgm:pt>
    <dgm:pt modelId="{81B1FFCD-4D49-49CC-9AE8-CE50C991FAFC}" type="sibTrans" cxnId="{161DF6B6-5C9D-41F1-B3E2-3295934478CC}">
      <dgm:prSet/>
      <dgm:spPr/>
      <dgm:t>
        <a:bodyPr/>
        <a:lstStyle/>
        <a:p>
          <a:endParaRPr lang="en-US"/>
        </a:p>
      </dgm:t>
    </dgm:pt>
    <dgm:pt modelId="{D3F9CE69-DCF6-49A4-8D39-1C8A774CAED8}">
      <dgm:prSet/>
      <dgm:spPr/>
      <dgm:t>
        <a:bodyPr/>
        <a:lstStyle/>
        <a:p>
          <a:r>
            <a:rPr lang="fr-CA"/>
            <a:t>Manque de clarté pour les playlists</a:t>
          </a:r>
          <a:endParaRPr lang="en-US"/>
        </a:p>
      </dgm:t>
    </dgm:pt>
    <dgm:pt modelId="{5371ED2A-D8DA-45D3-BD1A-9ED642B142DA}" type="parTrans" cxnId="{CF52BE75-61ED-4F16-B59B-160D0C828B71}">
      <dgm:prSet/>
      <dgm:spPr/>
      <dgm:t>
        <a:bodyPr/>
        <a:lstStyle/>
        <a:p>
          <a:endParaRPr lang="en-US"/>
        </a:p>
      </dgm:t>
    </dgm:pt>
    <dgm:pt modelId="{FBB66A0F-0079-4F37-A0AC-08F11F59CA41}" type="sibTrans" cxnId="{CF52BE75-61ED-4F16-B59B-160D0C828B71}">
      <dgm:prSet/>
      <dgm:spPr/>
      <dgm:t>
        <a:bodyPr/>
        <a:lstStyle/>
        <a:p>
          <a:endParaRPr lang="en-US"/>
        </a:p>
      </dgm:t>
    </dgm:pt>
    <dgm:pt modelId="{43623F3D-BFFE-4C6B-B602-25A8DA810620}">
      <dgm:prSet/>
      <dgm:spPr/>
      <dgm:t>
        <a:bodyPr/>
        <a:lstStyle/>
        <a:p>
          <a:r>
            <a:rPr lang="fr-CA"/>
            <a:t>Delete les musiques dans la playlist endpoints</a:t>
          </a:r>
          <a:endParaRPr lang="en-US"/>
        </a:p>
      </dgm:t>
    </dgm:pt>
    <dgm:pt modelId="{2BDDA251-4E86-4A8A-80F2-291625FF0979}" type="parTrans" cxnId="{3E76D2A4-4F5A-4C9A-98A4-67F4F8CE41CC}">
      <dgm:prSet/>
      <dgm:spPr/>
      <dgm:t>
        <a:bodyPr/>
        <a:lstStyle/>
        <a:p>
          <a:endParaRPr lang="en-US"/>
        </a:p>
      </dgm:t>
    </dgm:pt>
    <dgm:pt modelId="{719A5CA0-F7C8-461D-AFA7-0B4F4F47998B}" type="sibTrans" cxnId="{3E76D2A4-4F5A-4C9A-98A4-67F4F8CE41CC}">
      <dgm:prSet/>
      <dgm:spPr/>
      <dgm:t>
        <a:bodyPr/>
        <a:lstStyle/>
        <a:p>
          <a:endParaRPr lang="en-US"/>
        </a:p>
      </dgm:t>
    </dgm:pt>
    <dgm:pt modelId="{6E2D8506-1111-47B0-B0CC-BF35258DB3C3}">
      <dgm:prSet/>
      <dgm:spPr/>
      <dgm:t>
        <a:bodyPr/>
        <a:lstStyle/>
        <a:p>
          <a:r>
            <a:rPr lang="fr-CA" dirty="0"/>
            <a:t>Mauvais nom de variable </a:t>
          </a:r>
          <a:endParaRPr lang="en-US" dirty="0"/>
        </a:p>
      </dgm:t>
    </dgm:pt>
    <dgm:pt modelId="{0B86F842-2922-4478-8927-8FD3C12BB5CC}" type="parTrans" cxnId="{F171BB14-5B53-429F-9292-4F2FCBA8F02F}">
      <dgm:prSet/>
      <dgm:spPr/>
      <dgm:t>
        <a:bodyPr/>
        <a:lstStyle/>
        <a:p>
          <a:endParaRPr lang="en-US"/>
        </a:p>
      </dgm:t>
    </dgm:pt>
    <dgm:pt modelId="{14F3B4AB-A30B-48A4-BF20-63E883E952AA}" type="sibTrans" cxnId="{F171BB14-5B53-429F-9292-4F2FCBA8F02F}">
      <dgm:prSet/>
      <dgm:spPr/>
      <dgm:t>
        <a:bodyPr/>
        <a:lstStyle/>
        <a:p>
          <a:endParaRPr lang="en-US"/>
        </a:p>
      </dgm:t>
    </dgm:pt>
    <dgm:pt modelId="{D45E4AD3-1D30-4C49-8406-97496F0D2C37}" type="pres">
      <dgm:prSet presAssocID="{8A194289-A23D-4B6D-905D-18F0A97B6737}" presName="matrix" presStyleCnt="0">
        <dgm:presLayoutVars>
          <dgm:chMax val="1"/>
          <dgm:dir/>
          <dgm:resizeHandles val="exact"/>
        </dgm:presLayoutVars>
      </dgm:prSet>
      <dgm:spPr/>
    </dgm:pt>
    <dgm:pt modelId="{C854A4DD-E9DE-42D1-8AD6-F87112B54FDB}" type="pres">
      <dgm:prSet presAssocID="{8A194289-A23D-4B6D-905D-18F0A97B6737}" presName="diamond" presStyleLbl="bgShp" presStyleIdx="0" presStyleCnt="1"/>
      <dgm:spPr/>
    </dgm:pt>
    <dgm:pt modelId="{02B4E8AB-1161-4617-9BB5-EF89DA7C0D49}" type="pres">
      <dgm:prSet presAssocID="{8A194289-A23D-4B6D-905D-18F0A97B673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F8EE488-0194-45A9-924A-488DBA176486}" type="pres">
      <dgm:prSet presAssocID="{8A194289-A23D-4B6D-905D-18F0A97B673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F37319A-B934-4C37-A8B3-FE528FFCD8D5}" type="pres">
      <dgm:prSet presAssocID="{8A194289-A23D-4B6D-905D-18F0A97B673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C7E2227-3D5A-456F-97FF-E217158AE7F3}" type="pres">
      <dgm:prSet presAssocID="{8A194289-A23D-4B6D-905D-18F0A97B673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171BB14-5B53-429F-9292-4F2FCBA8F02F}" srcId="{8A194289-A23D-4B6D-905D-18F0A97B6737}" destId="{6E2D8506-1111-47B0-B0CC-BF35258DB3C3}" srcOrd="3" destOrd="0" parTransId="{0B86F842-2922-4478-8927-8FD3C12BB5CC}" sibTransId="{14F3B4AB-A30B-48A4-BF20-63E883E952AA}"/>
    <dgm:cxn modelId="{DCBCB24B-8801-4B4A-A80D-1C888C0D2C0A}" type="presOf" srcId="{8A194289-A23D-4B6D-905D-18F0A97B6737}" destId="{D45E4AD3-1D30-4C49-8406-97496F0D2C37}" srcOrd="0" destOrd="0" presId="urn:microsoft.com/office/officeart/2005/8/layout/matrix3"/>
    <dgm:cxn modelId="{B9B5BF6E-4CF1-47E8-8925-25716471EBAF}" type="presOf" srcId="{6E2D8506-1111-47B0-B0CC-BF35258DB3C3}" destId="{EC7E2227-3D5A-456F-97FF-E217158AE7F3}" srcOrd="0" destOrd="0" presId="urn:microsoft.com/office/officeart/2005/8/layout/matrix3"/>
    <dgm:cxn modelId="{CF52BE75-61ED-4F16-B59B-160D0C828B71}" srcId="{8A194289-A23D-4B6D-905D-18F0A97B6737}" destId="{D3F9CE69-DCF6-49A4-8D39-1C8A774CAED8}" srcOrd="1" destOrd="0" parTransId="{5371ED2A-D8DA-45D3-BD1A-9ED642B142DA}" sibTransId="{FBB66A0F-0079-4F37-A0AC-08F11F59CA41}"/>
    <dgm:cxn modelId="{273B3956-5893-4F2A-8F8D-5B85F25BAD23}" type="presOf" srcId="{D3F9CE69-DCF6-49A4-8D39-1C8A774CAED8}" destId="{CF8EE488-0194-45A9-924A-488DBA176486}" srcOrd="0" destOrd="0" presId="urn:microsoft.com/office/officeart/2005/8/layout/matrix3"/>
    <dgm:cxn modelId="{504ADA7F-5C46-4F22-8C21-1A0CD59B3241}" type="presOf" srcId="{43623F3D-BFFE-4C6B-B602-25A8DA810620}" destId="{4F37319A-B934-4C37-A8B3-FE528FFCD8D5}" srcOrd="0" destOrd="0" presId="urn:microsoft.com/office/officeart/2005/8/layout/matrix3"/>
    <dgm:cxn modelId="{3E76D2A4-4F5A-4C9A-98A4-67F4F8CE41CC}" srcId="{8A194289-A23D-4B6D-905D-18F0A97B6737}" destId="{43623F3D-BFFE-4C6B-B602-25A8DA810620}" srcOrd="2" destOrd="0" parTransId="{2BDDA251-4E86-4A8A-80F2-291625FF0979}" sibTransId="{719A5CA0-F7C8-461D-AFA7-0B4F4F47998B}"/>
    <dgm:cxn modelId="{161DF6B6-5C9D-41F1-B3E2-3295934478CC}" srcId="{8A194289-A23D-4B6D-905D-18F0A97B6737}" destId="{A7A85388-1F0A-42BB-9751-851E439F519A}" srcOrd="0" destOrd="0" parTransId="{3A2481F8-2081-446B-818E-2D3CA9FE626A}" sibTransId="{81B1FFCD-4D49-49CC-9AE8-CE50C991FAFC}"/>
    <dgm:cxn modelId="{FED2B4D5-D1FE-4E64-9C7F-EF1966E58B3A}" type="presOf" srcId="{A7A85388-1F0A-42BB-9751-851E439F519A}" destId="{02B4E8AB-1161-4617-9BB5-EF89DA7C0D49}" srcOrd="0" destOrd="0" presId="urn:microsoft.com/office/officeart/2005/8/layout/matrix3"/>
    <dgm:cxn modelId="{F3B61672-B117-4847-93B3-9E09CB974996}" type="presParOf" srcId="{D45E4AD3-1D30-4C49-8406-97496F0D2C37}" destId="{C854A4DD-E9DE-42D1-8AD6-F87112B54FDB}" srcOrd="0" destOrd="0" presId="urn:microsoft.com/office/officeart/2005/8/layout/matrix3"/>
    <dgm:cxn modelId="{D56C71F8-DEC4-454D-B949-2317AB10B610}" type="presParOf" srcId="{D45E4AD3-1D30-4C49-8406-97496F0D2C37}" destId="{02B4E8AB-1161-4617-9BB5-EF89DA7C0D49}" srcOrd="1" destOrd="0" presId="urn:microsoft.com/office/officeart/2005/8/layout/matrix3"/>
    <dgm:cxn modelId="{E66C9C44-E784-456B-BE9A-34C7DF847413}" type="presParOf" srcId="{D45E4AD3-1D30-4C49-8406-97496F0D2C37}" destId="{CF8EE488-0194-45A9-924A-488DBA176486}" srcOrd="2" destOrd="0" presId="urn:microsoft.com/office/officeart/2005/8/layout/matrix3"/>
    <dgm:cxn modelId="{7549E2E3-3F3B-41DC-94B0-99B8ADCDDCDE}" type="presParOf" srcId="{D45E4AD3-1D30-4C49-8406-97496F0D2C37}" destId="{4F37319A-B934-4C37-A8B3-FE528FFCD8D5}" srcOrd="3" destOrd="0" presId="urn:microsoft.com/office/officeart/2005/8/layout/matrix3"/>
    <dgm:cxn modelId="{07E28FCF-3445-4E1F-9D08-0CF264B14868}" type="presParOf" srcId="{D45E4AD3-1D30-4C49-8406-97496F0D2C37}" destId="{EC7E2227-3D5A-456F-97FF-E217158AE7F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CA2220-0812-41F4-ACF0-6C906A9AC4B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60AAA99-303A-4867-AE58-17C7816E5264}">
      <dgm:prSet/>
      <dgm:spPr/>
      <dgm:t>
        <a:bodyPr/>
        <a:lstStyle/>
        <a:p>
          <a:r>
            <a:rPr lang="fr-CA"/>
            <a:t>Utiliser last fm</a:t>
          </a:r>
          <a:endParaRPr lang="en-US"/>
        </a:p>
      </dgm:t>
    </dgm:pt>
    <dgm:pt modelId="{5D94676B-C75F-4FB6-8E14-2048DB42C415}" type="parTrans" cxnId="{02942B6C-E655-4550-B7AF-45C2CC9C91DB}">
      <dgm:prSet/>
      <dgm:spPr/>
      <dgm:t>
        <a:bodyPr/>
        <a:lstStyle/>
        <a:p>
          <a:endParaRPr lang="en-US"/>
        </a:p>
      </dgm:t>
    </dgm:pt>
    <dgm:pt modelId="{48B37991-DB17-4742-BA8E-9701D4B93462}" type="sibTrans" cxnId="{02942B6C-E655-4550-B7AF-45C2CC9C91DB}">
      <dgm:prSet/>
      <dgm:spPr/>
      <dgm:t>
        <a:bodyPr/>
        <a:lstStyle/>
        <a:p>
          <a:endParaRPr lang="en-US"/>
        </a:p>
      </dgm:t>
    </dgm:pt>
    <dgm:pt modelId="{1AE31602-2992-4D66-8633-A833C32F9DBE}">
      <dgm:prSet/>
      <dgm:spPr/>
      <dgm:t>
        <a:bodyPr/>
        <a:lstStyle/>
        <a:p>
          <a:r>
            <a:rPr lang="fr-CA"/>
            <a:t>Créer un autre endpoint pour avoir le nom des musiques</a:t>
          </a:r>
          <a:endParaRPr lang="en-US"/>
        </a:p>
      </dgm:t>
    </dgm:pt>
    <dgm:pt modelId="{A556D526-521B-4608-AD4B-A326E1CBF447}" type="parTrans" cxnId="{AECF8756-D82F-4C8A-9F36-3B419E343583}">
      <dgm:prSet/>
      <dgm:spPr/>
      <dgm:t>
        <a:bodyPr/>
        <a:lstStyle/>
        <a:p>
          <a:endParaRPr lang="en-US"/>
        </a:p>
      </dgm:t>
    </dgm:pt>
    <dgm:pt modelId="{FA882D79-E9C9-4AA7-A827-6A15CB2904A9}" type="sibTrans" cxnId="{AECF8756-D82F-4C8A-9F36-3B419E343583}">
      <dgm:prSet/>
      <dgm:spPr/>
      <dgm:t>
        <a:bodyPr/>
        <a:lstStyle/>
        <a:p>
          <a:endParaRPr lang="en-US"/>
        </a:p>
      </dgm:t>
    </dgm:pt>
    <dgm:pt modelId="{CC91359B-F08F-4199-85EA-A99726AABAB6}">
      <dgm:prSet/>
      <dgm:spPr/>
      <dgm:t>
        <a:bodyPr/>
        <a:lstStyle/>
        <a:p>
          <a:r>
            <a:rPr lang="fr-CA"/>
            <a:t>changer le endpoint</a:t>
          </a:r>
          <a:endParaRPr lang="en-US"/>
        </a:p>
      </dgm:t>
    </dgm:pt>
    <dgm:pt modelId="{A8A1AA41-F124-4898-81C3-CAF09B2C242B}" type="parTrans" cxnId="{2630ED17-37A5-4307-817B-AD016D8C1D57}">
      <dgm:prSet/>
      <dgm:spPr/>
      <dgm:t>
        <a:bodyPr/>
        <a:lstStyle/>
        <a:p>
          <a:endParaRPr lang="en-US"/>
        </a:p>
      </dgm:t>
    </dgm:pt>
    <dgm:pt modelId="{50B41AF2-5146-4CB2-B650-6007278D5C9B}" type="sibTrans" cxnId="{2630ED17-37A5-4307-817B-AD016D8C1D57}">
      <dgm:prSet/>
      <dgm:spPr/>
      <dgm:t>
        <a:bodyPr/>
        <a:lstStyle/>
        <a:p>
          <a:endParaRPr lang="en-US"/>
        </a:p>
      </dgm:t>
    </dgm:pt>
    <dgm:pt modelId="{1A9BBDC8-68FC-4E76-A93F-1D21DC9D52F0}">
      <dgm:prSet/>
      <dgm:spPr/>
      <dgm:t>
        <a:bodyPr/>
        <a:lstStyle/>
        <a:p>
          <a:r>
            <a:rPr lang="fr-CA"/>
            <a:t>Communiquer </a:t>
          </a:r>
          <a:endParaRPr lang="en-US"/>
        </a:p>
      </dgm:t>
    </dgm:pt>
    <dgm:pt modelId="{50CF19E6-562C-40C3-B276-7647FD58A744}" type="parTrans" cxnId="{08ECC88A-F331-41C6-B21B-C9AFCAA3C5B9}">
      <dgm:prSet/>
      <dgm:spPr/>
      <dgm:t>
        <a:bodyPr/>
        <a:lstStyle/>
        <a:p>
          <a:endParaRPr lang="en-US"/>
        </a:p>
      </dgm:t>
    </dgm:pt>
    <dgm:pt modelId="{9B677270-9A74-4AA1-80BC-963AF5B9A63C}" type="sibTrans" cxnId="{08ECC88A-F331-41C6-B21B-C9AFCAA3C5B9}">
      <dgm:prSet/>
      <dgm:spPr/>
      <dgm:t>
        <a:bodyPr/>
        <a:lstStyle/>
        <a:p>
          <a:endParaRPr lang="en-US"/>
        </a:p>
      </dgm:t>
    </dgm:pt>
    <dgm:pt modelId="{36E3CB82-AB27-40E7-BB7A-7EE80538E9CC}" type="pres">
      <dgm:prSet presAssocID="{37CA2220-0812-41F4-ACF0-6C906A9AC4B6}" presName="root" presStyleCnt="0">
        <dgm:presLayoutVars>
          <dgm:dir/>
          <dgm:resizeHandles val="exact"/>
        </dgm:presLayoutVars>
      </dgm:prSet>
      <dgm:spPr/>
    </dgm:pt>
    <dgm:pt modelId="{8AE057AC-E227-453F-88AA-DC3DCFD09CC2}" type="pres">
      <dgm:prSet presAssocID="{E60AAA99-303A-4867-AE58-17C7816E5264}" presName="compNode" presStyleCnt="0"/>
      <dgm:spPr/>
    </dgm:pt>
    <dgm:pt modelId="{4032B742-693C-4F73-8C6D-2E66CDE92B0D}" type="pres">
      <dgm:prSet presAssocID="{E60AAA99-303A-4867-AE58-17C7816E526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4996BBB0-C31C-4D07-86A8-B7DA2E61D550}" type="pres">
      <dgm:prSet presAssocID="{E60AAA99-303A-4867-AE58-17C7816E5264}" presName="spaceRect" presStyleCnt="0"/>
      <dgm:spPr/>
    </dgm:pt>
    <dgm:pt modelId="{5BA746DD-012C-4044-BABF-BB3DD7C40519}" type="pres">
      <dgm:prSet presAssocID="{E60AAA99-303A-4867-AE58-17C7816E5264}" presName="textRect" presStyleLbl="revTx" presStyleIdx="0" presStyleCnt="4">
        <dgm:presLayoutVars>
          <dgm:chMax val="1"/>
          <dgm:chPref val="1"/>
        </dgm:presLayoutVars>
      </dgm:prSet>
      <dgm:spPr/>
    </dgm:pt>
    <dgm:pt modelId="{BC57492C-8D07-45F9-9D8F-D9F42AA4EC49}" type="pres">
      <dgm:prSet presAssocID="{48B37991-DB17-4742-BA8E-9701D4B93462}" presName="sibTrans" presStyleCnt="0"/>
      <dgm:spPr/>
    </dgm:pt>
    <dgm:pt modelId="{CA906C93-041A-4CFF-A5EF-69CE70F0FF28}" type="pres">
      <dgm:prSet presAssocID="{1AE31602-2992-4D66-8633-A833C32F9DBE}" presName="compNode" presStyleCnt="0"/>
      <dgm:spPr/>
    </dgm:pt>
    <dgm:pt modelId="{08C05ED6-CEF7-4A95-96E9-8D1C3663A3D9}" type="pres">
      <dgm:prSet presAssocID="{1AE31602-2992-4D66-8633-A833C32F9DB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ique"/>
        </a:ext>
      </dgm:extLst>
    </dgm:pt>
    <dgm:pt modelId="{15A84365-68BE-4DD9-84F2-6F3E4A79863F}" type="pres">
      <dgm:prSet presAssocID="{1AE31602-2992-4D66-8633-A833C32F9DBE}" presName="spaceRect" presStyleCnt="0"/>
      <dgm:spPr/>
    </dgm:pt>
    <dgm:pt modelId="{B9E90545-8716-4305-B129-44CC4A94B02A}" type="pres">
      <dgm:prSet presAssocID="{1AE31602-2992-4D66-8633-A833C32F9DBE}" presName="textRect" presStyleLbl="revTx" presStyleIdx="1" presStyleCnt="4">
        <dgm:presLayoutVars>
          <dgm:chMax val="1"/>
          <dgm:chPref val="1"/>
        </dgm:presLayoutVars>
      </dgm:prSet>
      <dgm:spPr/>
    </dgm:pt>
    <dgm:pt modelId="{06A0FB0C-8F0F-4A04-B394-DA794ABA9C87}" type="pres">
      <dgm:prSet presAssocID="{FA882D79-E9C9-4AA7-A827-6A15CB2904A9}" presName="sibTrans" presStyleCnt="0"/>
      <dgm:spPr/>
    </dgm:pt>
    <dgm:pt modelId="{85A55EF7-BA82-4D4C-8D40-AAD7E8CA4CE4}" type="pres">
      <dgm:prSet presAssocID="{CC91359B-F08F-4199-85EA-A99726AABAB6}" presName="compNode" presStyleCnt="0"/>
      <dgm:spPr/>
    </dgm:pt>
    <dgm:pt modelId="{8018A9A4-5401-4962-A299-61246C31AD15}" type="pres">
      <dgm:prSet presAssocID="{CC91359B-F08F-4199-85EA-A99726AABAB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poule"/>
        </a:ext>
      </dgm:extLst>
    </dgm:pt>
    <dgm:pt modelId="{A08EDF7D-6048-4A66-9BE0-CA6C87A85A31}" type="pres">
      <dgm:prSet presAssocID="{CC91359B-F08F-4199-85EA-A99726AABAB6}" presName="spaceRect" presStyleCnt="0"/>
      <dgm:spPr/>
    </dgm:pt>
    <dgm:pt modelId="{0F4090F4-76D2-43EA-9850-F356AEC7B836}" type="pres">
      <dgm:prSet presAssocID="{CC91359B-F08F-4199-85EA-A99726AABAB6}" presName="textRect" presStyleLbl="revTx" presStyleIdx="2" presStyleCnt="4">
        <dgm:presLayoutVars>
          <dgm:chMax val="1"/>
          <dgm:chPref val="1"/>
        </dgm:presLayoutVars>
      </dgm:prSet>
      <dgm:spPr/>
    </dgm:pt>
    <dgm:pt modelId="{EACC3702-80E7-4AC2-BCE5-CA78C3FDB864}" type="pres">
      <dgm:prSet presAssocID="{50B41AF2-5146-4CB2-B650-6007278D5C9B}" presName="sibTrans" presStyleCnt="0"/>
      <dgm:spPr/>
    </dgm:pt>
    <dgm:pt modelId="{D4B256E3-325E-462D-88FC-91E5A63FC07B}" type="pres">
      <dgm:prSet presAssocID="{1A9BBDC8-68FC-4E76-A93F-1D21DC9D52F0}" presName="compNode" presStyleCnt="0"/>
      <dgm:spPr/>
    </dgm:pt>
    <dgm:pt modelId="{0140D206-9E80-48D2-8F7B-4AD30F114C81}" type="pres">
      <dgm:prSet presAssocID="{1A9BBDC8-68FC-4E76-A93F-1D21DC9D52F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612DA071-6DB3-4B09-9257-134FA089461A}" type="pres">
      <dgm:prSet presAssocID="{1A9BBDC8-68FC-4E76-A93F-1D21DC9D52F0}" presName="spaceRect" presStyleCnt="0"/>
      <dgm:spPr/>
    </dgm:pt>
    <dgm:pt modelId="{04B16B31-E5CE-437B-BC9C-1E02AD22AED5}" type="pres">
      <dgm:prSet presAssocID="{1A9BBDC8-68FC-4E76-A93F-1D21DC9D52F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8E55113-6A4E-4033-B28A-46BA69A13AFF}" type="presOf" srcId="{1AE31602-2992-4D66-8633-A833C32F9DBE}" destId="{B9E90545-8716-4305-B129-44CC4A94B02A}" srcOrd="0" destOrd="0" presId="urn:microsoft.com/office/officeart/2018/2/layout/IconLabelList"/>
    <dgm:cxn modelId="{2630ED17-37A5-4307-817B-AD016D8C1D57}" srcId="{37CA2220-0812-41F4-ACF0-6C906A9AC4B6}" destId="{CC91359B-F08F-4199-85EA-A99726AABAB6}" srcOrd="2" destOrd="0" parTransId="{A8A1AA41-F124-4898-81C3-CAF09B2C242B}" sibTransId="{50B41AF2-5146-4CB2-B650-6007278D5C9B}"/>
    <dgm:cxn modelId="{94D0D53E-0518-4C99-BE3E-2813D5E47A0C}" type="presOf" srcId="{CC91359B-F08F-4199-85EA-A99726AABAB6}" destId="{0F4090F4-76D2-43EA-9850-F356AEC7B836}" srcOrd="0" destOrd="0" presId="urn:microsoft.com/office/officeart/2018/2/layout/IconLabelList"/>
    <dgm:cxn modelId="{95B1D35B-A91B-4178-B069-723812B5934C}" type="presOf" srcId="{37CA2220-0812-41F4-ACF0-6C906A9AC4B6}" destId="{36E3CB82-AB27-40E7-BB7A-7EE80538E9CC}" srcOrd="0" destOrd="0" presId="urn:microsoft.com/office/officeart/2018/2/layout/IconLabelList"/>
    <dgm:cxn modelId="{02942B6C-E655-4550-B7AF-45C2CC9C91DB}" srcId="{37CA2220-0812-41F4-ACF0-6C906A9AC4B6}" destId="{E60AAA99-303A-4867-AE58-17C7816E5264}" srcOrd="0" destOrd="0" parTransId="{5D94676B-C75F-4FB6-8E14-2048DB42C415}" sibTransId="{48B37991-DB17-4742-BA8E-9701D4B93462}"/>
    <dgm:cxn modelId="{AECF8756-D82F-4C8A-9F36-3B419E343583}" srcId="{37CA2220-0812-41F4-ACF0-6C906A9AC4B6}" destId="{1AE31602-2992-4D66-8633-A833C32F9DBE}" srcOrd="1" destOrd="0" parTransId="{A556D526-521B-4608-AD4B-A326E1CBF447}" sibTransId="{FA882D79-E9C9-4AA7-A827-6A15CB2904A9}"/>
    <dgm:cxn modelId="{08ECC88A-F331-41C6-B21B-C9AFCAA3C5B9}" srcId="{37CA2220-0812-41F4-ACF0-6C906A9AC4B6}" destId="{1A9BBDC8-68FC-4E76-A93F-1D21DC9D52F0}" srcOrd="3" destOrd="0" parTransId="{50CF19E6-562C-40C3-B276-7647FD58A744}" sibTransId="{9B677270-9A74-4AA1-80BC-963AF5B9A63C}"/>
    <dgm:cxn modelId="{B00DFDB9-C4D1-4D8A-A9DA-A364E1CBF248}" type="presOf" srcId="{E60AAA99-303A-4867-AE58-17C7816E5264}" destId="{5BA746DD-012C-4044-BABF-BB3DD7C40519}" srcOrd="0" destOrd="0" presId="urn:microsoft.com/office/officeart/2018/2/layout/IconLabelList"/>
    <dgm:cxn modelId="{A0616CE6-71E6-4C7E-B327-9967381E706D}" type="presOf" srcId="{1A9BBDC8-68FC-4E76-A93F-1D21DC9D52F0}" destId="{04B16B31-E5CE-437B-BC9C-1E02AD22AED5}" srcOrd="0" destOrd="0" presId="urn:microsoft.com/office/officeart/2018/2/layout/IconLabelList"/>
    <dgm:cxn modelId="{2F4B5B5B-C60A-4F69-8F82-E10F9B24C251}" type="presParOf" srcId="{36E3CB82-AB27-40E7-BB7A-7EE80538E9CC}" destId="{8AE057AC-E227-453F-88AA-DC3DCFD09CC2}" srcOrd="0" destOrd="0" presId="urn:microsoft.com/office/officeart/2018/2/layout/IconLabelList"/>
    <dgm:cxn modelId="{2FFDCF46-5CEA-4BDA-8F30-F104D749956C}" type="presParOf" srcId="{8AE057AC-E227-453F-88AA-DC3DCFD09CC2}" destId="{4032B742-693C-4F73-8C6D-2E66CDE92B0D}" srcOrd="0" destOrd="0" presId="urn:microsoft.com/office/officeart/2018/2/layout/IconLabelList"/>
    <dgm:cxn modelId="{5CBF090E-145E-49FF-9537-2165B74C00A6}" type="presParOf" srcId="{8AE057AC-E227-453F-88AA-DC3DCFD09CC2}" destId="{4996BBB0-C31C-4D07-86A8-B7DA2E61D550}" srcOrd="1" destOrd="0" presId="urn:microsoft.com/office/officeart/2018/2/layout/IconLabelList"/>
    <dgm:cxn modelId="{6B57691C-5185-4DB3-B0FB-694649FF001C}" type="presParOf" srcId="{8AE057AC-E227-453F-88AA-DC3DCFD09CC2}" destId="{5BA746DD-012C-4044-BABF-BB3DD7C40519}" srcOrd="2" destOrd="0" presId="urn:microsoft.com/office/officeart/2018/2/layout/IconLabelList"/>
    <dgm:cxn modelId="{E92F3308-065E-4629-A91B-CEB705893C1A}" type="presParOf" srcId="{36E3CB82-AB27-40E7-BB7A-7EE80538E9CC}" destId="{BC57492C-8D07-45F9-9D8F-D9F42AA4EC49}" srcOrd="1" destOrd="0" presId="urn:microsoft.com/office/officeart/2018/2/layout/IconLabelList"/>
    <dgm:cxn modelId="{CFAC49D4-989B-44AC-9FC4-AE633BD0A9C2}" type="presParOf" srcId="{36E3CB82-AB27-40E7-BB7A-7EE80538E9CC}" destId="{CA906C93-041A-4CFF-A5EF-69CE70F0FF28}" srcOrd="2" destOrd="0" presId="urn:microsoft.com/office/officeart/2018/2/layout/IconLabelList"/>
    <dgm:cxn modelId="{23EA64EB-46F1-49CF-9BBD-9C7F0FA7D1E3}" type="presParOf" srcId="{CA906C93-041A-4CFF-A5EF-69CE70F0FF28}" destId="{08C05ED6-CEF7-4A95-96E9-8D1C3663A3D9}" srcOrd="0" destOrd="0" presId="urn:microsoft.com/office/officeart/2018/2/layout/IconLabelList"/>
    <dgm:cxn modelId="{430C53E0-06C5-4AA9-B025-5E0CE1E30641}" type="presParOf" srcId="{CA906C93-041A-4CFF-A5EF-69CE70F0FF28}" destId="{15A84365-68BE-4DD9-84F2-6F3E4A79863F}" srcOrd="1" destOrd="0" presId="urn:microsoft.com/office/officeart/2018/2/layout/IconLabelList"/>
    <dgm:cxn modelId="{D138837C-3EE4-4361-9B2C-5D858511CF7C}" type="presParOf" srcId="{CA906C93-041A-4CFF-A5EF-69CE70F0FF28}" destId="{B9E90545-8716-4305-B129-44CC4A94B02A}" srcOrd="2" destOrd="0" presId="urn:microsoft.com/office/officeart/2018/2/layout/IconLabelList"/>
    <dgm:cxn modelId="{0826012B-0DE9-4A85-8E22-0A75CE24A059}" type="presParOf" srcId="{36E3CB82-AB27-40E7-BB7A-7EE80538E9CC}" destId="{06A0FB0C-8F0F-4A04-B394-DA794ABA9C87}" srcOrd="3" destOrd="0" presId="urn:microsoft.com/office/officeart/2018/2/layout/IconLabelList"/>
    <dgm:cxn modelId="{CD0302C8-88BE-493A-B2F6-D9D6BAD89936}" type="presParOf" srcId="{36E3CB82-AB27-40E7-BB7A-7EE80538E9CC}" destId="{85A55EF7-BA82-4D4C-8D40-AAD7E8CA4CE4}" srcOrd="4" destOrd="0" presId="urn:microsoft.com/office/officeart/2018/2/layout/IconLabelList"/>
    <dgm:cxn modelId="{BDE85A4D-952C-4008-9F48-73992CEEF2B1}" type="presParOf" srcId="{85A55EF7-BA82-4D4C-8D40-AAD7E8CA4CE4}" destId="{8018A9A4-5401-4962-A299-61246C31AD15}" srcOrd="0" destOrd="0" presId="urn:microsoft.com/office/officeart/2018/2/layout/IconLabelList"/>
    <dgm:cxn modelId="{03FC6B1F-ABE7-43E0-923B-2B6715DB66BE}" type="presParOf" srcId="{85A55EF7-BA82-4D4C-8D40-AAD7E8CA4CE4}" destId="{A08EDF7D-6048-4A66-9BE0-CA6C87A85A31}" srcOrd="1" destOrd="0" presId="urn:microsoft.com/office/officeart/2018/2/layout/IconLabelList"/>
    <dgm:cxn modelId="{A79518E0-AD38-4EB4-AE2C-4B54A21A89DE}" type="presParOf" srcId="{85A55EF7-BA82-4D4C-8D40-AAD7E8CA4CE4}" destId="{0F4090F4-76D2-43EA-9850-F356AEC7B836}" srcOrd="2" destOrd="0" presId="urn:microsoft.com/office/officeart/2018/2/layout/IconLabelList"/>
    <dgm:cxn modelId="{1CD6BA64-13C8-4E0D-8451-838069B214DF}" type="presParOf" srcId="{36E3CB82-AB27-40E7-BB7A-7EE80538E9CC}" destId="{EACC3702-80E7-4AC2-BCE5-CA78C3FDB864}" srcOrd="5" destOrd="0" presId="urn:microsoft.com/office/officeart/2018/2/layout/IconLabelList"/>
    <dgm:cxn modelId="{76FCC584-CF17-4856-BEA9-186F3B22779C}" type="presParOf" srcId="{36E3CB82-AB27-40E7-BB7A-7EE80538E9CC}" destId="{D4B256E3-325E-462D-88FC-91E5A63FC07B}" srcOrd="6" destOrd="0" presId="urn:microsoft.com/office/officeart/2018/2/layout/IconLabelList"/>
    <dgm:cxn modelId="{195682DE-715C-4F42-B0D3-5433966EFA6C}" type="presParOf" srcId="{D4B256E3-325E-462D-88FC-91E5A63FC07B}" destId="{0140D206-9E80-48D2-8F7B-4AD30F114C81}" srcOrd="0" destOrd="0" presId="urn:microsoft.com/office/officeart/2018/2/layout/IconLabelList"/>
    <dgm:cxn modelId="{9A1D4EAE-6470-44EC-9035-284431551C7A}" type="presParOf" srcId="{D4B256E3-325E-462D-88FC-91E5A63FC07B}" destId="{612DA071-6DB3-4B09-9257-134FA089461A}" srcOrd="1" destOrd="0" presId="urn:microsoft.com/office/officeart/2018/2/layout/IconLabelList"/>
    <dgm:cxn modelId="{E56CF1DE-6F29-4EBB-9F39-4DE0CFD0513E}" type="presParOf" srcId="{D4B256E3-325E-462D-88FC-91E5A63FC07B}" destId="{04B16B31-E5CE-437B-BC9C-1E02AD22AED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EB2D8E-C98B-431B-A59C-A7C9281B794D}">
      <dsp:nvSpPr>
        <dsp:cNvPr id="0" name=""/>
        <dsp:cNvSpPr/>
      </dsp:nvSpPr>
      <dsp:spPr>
        <a:xfrm>
          <a:off x="0" y="721023"/>
          <a:ext cx="6666833" cy="75859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/>
            <a:t>Chercher un artiste</a:t>
          </a:r>
          <a:endParaRPr lang="en-US" sz="1900" kern="1200"/>
        </a:p>
      </dsp:txBody>
      <dsp:txXfrm>
        <a:off x="37032" y="758055"/>
        <a:ext cx="6592769" cy="684534"/>
      </dsp:txXfrm>
    </dsp:sp>
    <dsp:sp modelId="{AD002104-4D24-43D8-9BEF-1D678532D790}">
      <dsp:nvSpPr>
        <dsp:cNvPr id="0" name=""/>
        <dsp:cNvSpPr/>
      </dsp:nvSpPr>
      <dsp:spPr>
        <a:xfrm>
          <a:off x="0" y="1534341"/>
          <a:ext cx="6666833" cy="758598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/>
            <a:t>Trouver une musique dans la base de données</a:t>
          </a:r>
          <a:endParaRPr lang="en-US" sz="1900" kern="1200"/>
        </a:p>
      </dsp:txBody>
      <dsp:txXfrm>
        <a:off x="37032" y="1571373"/>
        <a:ext cx="6592769" cy="684534"/>
      </dsp:txXfrm>
    </dsp:sp>
    <dsp:sp modelId="{9ACE3070-BA68-4F3A-89AD-91CD9F9368BE}">
      <dsp:nvSpPr>
        <dsp:cNvPr id="0" name=""/>
        <dsp:cNvSpPr/>
      </dsp:nvSpPr>
      <dsp:spPr>
        <a:xfrm>
          <a:off x="0" y="2347660"/>
          <a:ext cx="6666833" cy="758598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/>
            <a:t>Créer un compte et créer ou supprimer une playlist lier a ce dit compte</a:t>
          </a:r>
          <a:endParaRPr lang="en-US" sz="1900" kern="1200"/>
        </a:p>
      </dsp:txBody>
      <dsp:txXfrm>
        <a:off x="37032" y="2384692"/>
        <a:ext cx="6592769" cy="684534"/>
      </dsp:txXfrm>
    </dsp:sp>
    <dsp:sp modelId="{9AF86EE1-B2BD-4875-AEEB-4E82C131CC72}">
      <dsp:nvSpPr>
        <dsp:cNvPr id="0" name=""/>
        <dsp:cNvSpPr/>
      </dsp:nvSpPr>
      <dsp:spPr>
        <a:xfrm>
          <a:off x="0" y="3160979"/>
          <a:ext cx="6666833" cy="758598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/>
            <a:t>Ajouter et supprimer des musiques dans la playlist</a:t>
          </a:r>
          <a:endParaRPr lang="en-US" sz="1900" kern="1200"/>
        </a:p>
      </dsp:txBody>
      <dsp:txXfrm>
        <a:off x="37032" y="3198011"/>
        <a:ext cx="6592769" cy="684534"/>
      </dsp:txXfrm>
    </dsp:sp>
    <dsp:sp modelId="{E8F6262F-C01C-4AD7-A708-21962B8166ED}">
      <dsp:nvSpPr>
        <dsp:cNvPr id="0" name=""/>
        <dsp:cNvSpPr/>
      </dsp:nvSpPr>
      <dsp:spPr>
        <a:xfrm>
          <a:off x="0" y="3974298"/>
          <a:ext cx="6666833" cy="758598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/>
            <a:t>Création automatique de playlist par rapport a certain genre et certaine année et elle se met à jour a chaque heure</a:t>
          </a:r>
          <a:endParaRPr lang="en-US" sz="1900" kern="1200"/>
        </a:p>
      </dsp:txBody>
      <dsp:txXfrm>
        <a:off x="37032" y="4011330"/>
        <a:ext cx="6592769" cy="6845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3D2978-8756-46E2-B742-7BD89D8FD50B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D01BD-6D4E-4270-B3AA-11F78508454C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6500" kern="1200"/>
            <a:t>Https</a:t>
          </a:r>
          <a:endParaRPr lang="en-US" sz="6500" kern="1200"/>
        </a:p>
      </dsp:txBody>
      <dsp:txXfrm>
        <a:off x="608661" y="692298"/>
        <a:ext cx="4508047" cy="2799040"/>
      </dsp:txXfrm>
    </dsp:sp>
    <dsp:sp modelId="{13D3CE4A-8562-45AE-92EA-D38F0135392D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9634A-4E78-42B5-80C1-5E501E46BCB1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6500" kern="1200"/>
            <a:t>JWT</a:t>
          </a:r>
          <a:endParaRPr lang="en-US" sz="6500" kern="1200"/>
        </a:p>
      </dsp:txBody>
      <dsp:txXfrm>
        <a:off x="6331365" y="692298"/>
        <a:ext cx="4508047" cy="27990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54A4DD-E9DE-42D1-8AD6-F87112B54FDB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2B4E8AB-1161-4617-9BB5-EF89DA7C0D49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300" kern="1200"/>
            <a:t>Manque d’information de l’api spotify </a:t>
          </a:r>
          <a:endParaRPr lang="en-US" sz="2300" kern="1200"/>
        </a:p>
      </dsp:txBody>
      <dsp:txXfrm>
        <a:off x="1228411" y="621955"/>
        <a:ext cx="1919362" cy="1919362"/>
      </dsp:txXfrm>
    </dsp:sp>
    <dsp:sp modelId="{CF8EE488-0194-45A9-924A-488DBA176486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300" kern="1200"/>
            <a:t>Manque de clarté pour les playlists</a:t>
          </a:r>
          <a:endParaRPr lang="en-US" sz="2300" kern="1200"/>
        </a:p>
      </dsp:txBody>
      <dsp:txXfrm>
        <a:off x="3519058" y="621955"/>
        <a:ext cx="1919362" cy="1919362"/>
      </dsp:txXfrm>
    </dsp:sp>
    <dsp:sp modelId="{4F37319A-B934-4C37-A8B3-FE528FFCD8D5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300" kern="1200"/>
            <a:t>Delete les musiques dans la playlist endpoints</a:t>
          </a:r>
          <a:endParaRPr lang="en-US" sz="2300" kern="1200"/>
        </a:p>
      </dsp:txBody>
      <dsp:txXfrm>
        <a:off x="1228411" y="2912601"/>
        <a:ext cx="1919362" cy="1919362"/>
      </dsp:txXfrm>
    </dsp:sp>
    <dsp:sp modelId="{EC7E2227-3D5A-456F-97FF-E217158AE7F3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300" kern="1200" dirty="0"/>
            <a:t>Mauvais nom de variable </a:t>
          </a:r>
          <a:endParaRPr lang="en-US" sz="2300" kern="1200" dirty="0"/>
        </a:p>
      </dsp:txBody>
      <dsp:txXfrm>
        <a:off x="3519058" y="2912601"/>
        <a:ext cx="1919362" cy="19193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32B742-693C-4F73-8C6D-2E66CDE92B0D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746DD-012C-4044-BABF-BB3DD7C40519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/>
            <a:t>Utiliser last fm</a:t>
          </a:r>
          <a:endParaRPr lang="en-US" sz="1700" kern="1200"/>
        </a:p>
      </dsp:txBody>
      <dsp:txXfrm>
        <a:off x="100682" y="2427484"/>
        <a:ext cx="2370489" cy="720000"/>
      </dsp:txXfrm>
    </dsp:sp>
    <dsp:sp modelId="{08C05ED6-CEF7-4A95-96E9-8D1C3663A3D9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90545-8716-4305-B129-44CC4A94B02A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/>
            <a:t>Créer un autre endpoint pour avoir le nom des musiques</a:t>
          </a:r>
          <a:endParaRPr lang="en-US" sz="1700" kern="1200"/>
        </a:p>
      </dsp:txBody>
      <dsp:txXfrm>
        <a:off x="2886007" y="2427484"/>
        <a:ext cx="2370489" cy="720000"/>
      </dsp:txXfrm>
    </dsp:sp>
    <dsp:sp modelId="{8018A9A4-5401-4962-A299-61246C31AD15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4090F4-76D2-43EA-9850-F356AEC7B836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/>
            <a:t>changer le endpoint</a:t>
          </a:r>
          <a:endParaRPr lang="en-US" sz="1700" kern="1200"/>
        </a:p>
      </dsp:txBody>
      <dsp:txXfrm>
        <a:off x="5671332" y="2427484"/>
        <a:ext cx="2370489" cy="720000"/>
      </dsp:txXfrm>
    </dsp:sp>
    <dsp:sp modelId="{0140D206-9E80-48D2-8F7B-4AD30F114C81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B16B31-E5CE-437B-BC9C-1E02AD22AED5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700" kern="1200"/>
            <a:t>Communiquer </a:t>
          </a:r>
          <a:endParaRPr lang="en-US" sz="1700" kern="1200"/>
        </a:p>
      </dsp:txBody>
      <dsp:txXfrm>
        <a:off x="8456657" y="2427484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92BEE3-BACF-3065-5280-01B5360C9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288496F-1D9B-E297-3304-B2B747797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95BDF6-54E7-3133-761D-0CD69CD6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C614-DA12-4731-B4DB-B4FC81FB5229}" type="datetimeFigureOut">
              <a:rPr lang="fr-CA" smtClean="0"/>
              <a:t>2025-12-14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F533F3-53B9-C169-C307-0DB3CF2C5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31698D-F38A-5816-CCA1-C27D8E824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EDD24-AF49-463B-AC1E-228A7FE04F1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3899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B4D0E1-1D30-2CC4-D3F0-AC322591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5E30F2-31BC-0200-81ED-EDEE76643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160988-08FC-A4A6-DE87-7DF0036B4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C614-DA12-4731-B4DB-B4FC81FB5229}" type="datetimeFigureOut">
              <a:rPr lang="fr-CA" smtClean="0"/>
              <a:t>2025-12-14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2BD582-5708-1FD8-5DF3-8DD5D63B9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F11551-9723-5CB3-3C0A-00CB8DC47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EDD24-AF49-463B-AC1E-228A7FE04F1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2877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197EF5-B30D-7F15-52FA-60CE99AEA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BA2EFC-0C4F-D216-FB45-79387ACEE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DA1C1B-E835-D2B3-245B-C6A65B7EA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C614-DA12-4731-B4DB-B4FC81FB5229}" type="datetimeFigureOut">
              <a:rPr lang="fr-CA" smtClean="0"/>
              <a:t>2025-12-14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FFF6F8-3BCA-DCE7-BA65-D1616A871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112B94-7E78-AFF9-D257-ECE9E7D0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EDD24-AF49-463B-AC1E-228A7FE04F1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17210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967640-61CD-1747-BF5D-F682F4C22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3E8433-FB09-B4CB-6149-A9AA1925D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59660C2-8BC2-412D-033E-2FE74E14C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C8A3E5C-B753-8A0B-BCA7-7B41C53A4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C614-DA12-4731-B4DB-B4FC81FB5229}" type="datetimeFigureOut">
              <a:rPr lang="fr-CA" smtClean="0"/>
              <a:t>2025-12-14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3E6154-85C7-9E5D-7C0E-F47587088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384984-2A4C-D0D2-B153-4579B22F1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EDD24-AF49-463B-AC1E-228A7FE04F1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53502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C865F9-B530-9F15-72B3-26C5D67F7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70F0B0-07E5-0F41-830C-A73D03208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F71FF81-050E-1F7E-7B18-D05E1B06E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1BA223C-5A81-F751-7E68-DCE110F17B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8E51D6F-2F91-7CE9-6937-0A8A1A652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93802EF-2289-657F-8E03-AA1134EE5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C614-DA12-4731-B4DB-B4FC81FB5229}" type="datetimeFigureOut">
              <a:rPr lang="fr-CA" smtClean="0"/>
              <a:t>2025-12-14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7D15841-F23E-D0F2-C5EA-9A6339BB1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1791A51-BF0F-E3D4-EC88-C30D4BCB9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EDD24-AF49-463B-AC1E-228A7FE04F1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5587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61BA8B-EB4B-8E6D-D217-1CC90AEE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C0B947F-1B88-7550-3BD9-768AB341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C614-DA12-4731-B4DB-B4FC81FB5229}" type="datetimeFigureOut">
              <a:rPr lang="fr-CA" smtClean="0"/>
              <a:t>2025-12-14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AE76866-C6D5-CCD4-DF55-90735BA06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1C5975-53B4-0585-52BE-20239255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EDD24-AF49-463B-AC1E-228A7FE04F1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33730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36F8127-AF79-DC4F-2D26-04E37DD6C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C614-DA12-4731-B4DB-B4FC81FB5229}" type="datetimeFigureOut">
              <a:rPr lang="fr-CA" smtClean="0"/>
              <a:t>2025-12-14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21A3D03-27C6-F11C-35C2-4EEFB6C0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1A0524B-156C-FDE2-7546-6AACDC24B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EDD24-AF49-463B-AC1E-228A7FE04F1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4443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968238-7FA2-CDEC-DE23-019B972C9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F84C88-F174-9ACC-D770-23BB40475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CBF578A-EAF1-6ECD-009B-2BD4E1DEE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1A2006-33B1-2521-709C-C0A0F6C6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C614-DA12-4731-B4DB-B4FC81FB5229}" type="datetimeFigureOut">
              <a:rPr lang="fr-CA" smtClean="0"/>
              <a:t>2025-12-14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D630B25-3A04-F1A2-CB8C-1455DD690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4512D34-2292-386B-BD4A-E3B4DA356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EDD24-AF49-463B-AC1E-228A7FE04F1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33461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476E75-5B9F-CB7E-6D7E-CAC34928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81D4A31-685E-10A2-D9C8-22355186D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4550CA-F86A-6A12-C9DE-D351F53DC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9E6F0C7-F9E2-8B6B-4CE7-660000759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C614-DA12-4731-B4DB-B4FC81FB5229}" type="datetimeFigureOut">
              <a:rPr lang="fr-CA" smtClean="0"/>
              <a:t>2025-12-14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C05B6CC-DEFC-8182-6EE0-D12BB75E9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D5FDE9-9BF0-AF9D-D10E-8203B306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EDD24-AF49-463B-AC1E-228A7FE04F1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2830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2CC6B5-3A1A-78C3-E9A9-7D71A8A7F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F36C47F-7E22-6A7B-04C2-3DD122877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067414-D4BC-D5BD-4CCD-65C02133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C614-DA12-4731-B4DB-B4FC81FB5229}" type="datetimeFigureOut">
              <a:rPr lang="fr-CA" smtClean="0"/>
              <a:t>2025-12-14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6EE99D-C152-330A-BDEE-F9DA1B987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D03E3E-8E94-9C23-2087-C05C815D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EDD24-AF49-463B-AC1E-228A7FE04F1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57292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83AD516-4822-6067-A672-3895D9D369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2F6A2EC-E487-2CD3-8A12-835D1D62F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9B6CC0-2630-0190-FA19-9CC3754BF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9C614-DA12-4731-B4DB-B4FC81FB5229}" type="datetimeFigureOut">
              <a:rPr lang="fr-CA" smtClean="0"/>
              <a:t>2025-12-14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F178EF-1FA6-3926-4B26-FCD8BF26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560C07-D7CE-6069-3A7C-652937A45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EDD24-AF49-463B-AC1E-228A7FE04F1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49548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DFEA23A-58B3-83BE-4A4A-EB5EFDD2D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33D1269-75FD-7B84-464C-03E834146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4BE67F-D3D9-47B4-DD59-C674DB6D52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79C614-DA12-4731-B4DB-B4FC81FB5229}" type="datetimeFigureOut">
              <a:rPr lang="fr-CA" smtClean="0"/>
              <a:t>2025-12-14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FB8B57-FFDC-023B-7A3B-F3522B994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2BDA56-0709-C426-8F26-D7F3DDE590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FEDD24-AF49-463B-AC1E-228A7FE04F1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34996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logo, Graphique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854B00D0-B977-C9AC-6D27-5910BC2EC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467" y="643467"/>
            <a:ext cx="5571065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22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AA98C7B-483F-0D29-A214-6726D233D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442" y="921715"/>
            <a:ext cx="5163022" cy="26359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Contexte </a:t>
            </a:r>
            <a:b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16B5F15-4176-54F9-D7D2-6EFD4CF27107}"/>
              </a:ext>
            </a:extLst>
          </p:cNvPr>
          <p:cNvSpPr txBox="1"/>
          <p:nvPr/>
        </p:nvSpPr>
        <p:spPr>
          <a:xfrm>
            <a:off x="823442" y="4541263"/>
            <a:ext cx="4662957" cy="13950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Tentative de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projet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raté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Spotify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Graphic 6" descr="Livres">
            <a:extLst>
              <a:ext uri="{FF2B5EF4-FFF2-40B4-BE49-F238E27FC236}">
                <a16:creationId xmlns:a16="http://schemas.microsoft.com/office/drawing/2014/main" id="{8C41DE18-C8DF-A7E6-43D9-AF2636B12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45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844462-8018-242F-4F63-84621A109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208" y="857251"/>
            <a:ext cx="4747280" cy="30980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Données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BD46754-4A40-F7B8-DC50-E66322987783}"/>
              </a:ext>
            </a:extLst>
          </p:cNvPr>
          <p:cNvSpPr txBox="1"/>
          <p:nvPr/>
        </p:nvSpPr>
        <p:spPr>
          <a:xfrm>
            <a:off x="1127208" y="4756265"/>
            <a:ext cx="4393278" cy="12444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Api Spotify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Api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LastFm</a:t>
            </a:r>
            <a:endParaRPr lang="en-US" sz="2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6B464BED-545E-6EC9-C53B-CB78EFFDF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1874" y="2108877"/>
            <a:ext cx="2654533" cy="265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525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3AA49A5-3B42-0E10-6A19-27CADFCA5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fr-CA" sz="3600">
                <a:solidFill>
                  <a:schemeClr val="tx2"/>
                </a:solidFill>
              </a:rPr>
              <a:t>Traitement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E6147E-A2CD-033A-F328-6267D8218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fr-CA" sz="1800" dirty="0">
                <a:solidFill>
                  <a:schemeClr val="tx2"/>
                </a:solidFill>
                <a:latin typeface="Amasis MT Pro Black" panose="020F0502020204030204" pitchFamily="18" charset="0"/>
              </a:rPr>
              <a:t>Prend les informations de </a:t>
            </a:r>
            <a:r>
              <a:rPr lang="fr-CA" sz="1800" dirty="0" err="1">
                <a:solidFill>
                  <a:schemeClr val="tx2"/>
                </a:solidFill>
                <a:latin typeface="Amasis MT Pro Black" panose="020F0502020204030204" pitchFamily="18" charset="0"/>
              </a:rPr>
              <a:t>spotify</a:t>
            </a:r>
            <a:r>
              <a:rPr lang="fr-CA" sz="1800" dirty="0">
                <a:solidFill>
                  <a:schemeClr val="tx2"/>
                </a:solidFill>
                <a:latin typeface="Amasis MT Pro Black" panose="020F0502020204030204" pitchFamily="18" charset="0"/>
              </a:rPr>
              <a:t> et de last </a:t>
            </a:r>
            <a:r>
              <a:rPr lang="fr-CA" sz="1800" dirty="0" err="1">
                <a:solidFill>
                  <a:schemeClr val="tx2"/>
                </a:solidFill>
                <a:latin typeface="Amasis MT Pro Black" panose="020F0502020204030204" pitchFamily="18" charset="0"/>
              </a:rPr>
              <a:t>fm</a:t>
            </a:r>
            <a:r>
              <a:rPr lang="fr-CA" sz="1800" dirty="0">
                <a:solidFill>
                  <a:schemeClr val="tx2"/>
                </a:solidFill>
                <a:latin typeface="Amasis MT Pro Black" panose="020F0502020204030204" pitchFamily="18" charset="0"/>
              </a:rPr>
              <a:t> et fait un classement par rapport au nombre d’écoute pour faire un classement pour l’artiste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Diagramme de flux">
            <a:extLst>
              <a:ext uri="{FF2B5EF4-FFF2-40B4-BE49-F238E27FC236}">
                <a16:creationId xmlns:a16="http://schemas.microsoft.com/office/drawing/2014/main" id="{458E027A-D666-4A30-021B-80977DD73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995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244B48A-DEAE-2B76-24BA-B8B9D0DCB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Exemple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donnée</a:t>
            </a:r>
          </a:p>
        </p:txBody>
      </p:sp>
      <p:pic>
        <p:nvPicPr>
          <p:cNvPr id="8" name="Espace réservé du contenu 4">
            <a:extLst>
              <a:ext uri="{FF2B5EF4-FFF2-40B4-BE49-F238E27FC236}">
                <a16:creationId xmlns:a16="http://schemas.microsoft.com/office/drawing/2014/main" id="{D6A34D91-888E-F803-3AB5-04B6B4C39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6634" y="2505075"/>
            <a:ext cx="9678731" cy="270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358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DF8067F-14CB-D911-2C4A-4B17E35B2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fr-CA" sz="3700">
                <a:solidFill>
                  <a:srgbClr val="FFFFFF"/>
                </a:solidFill>
              </a:rPr>
              <a:t>Fonctionnalité 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8552750B-B478-E9D8-A2DF-664E005734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834353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3541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CD105FD-236F-7EE5-4700-24CA16DD6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fr-CA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B6906E-FD69-9389-DD60-A7DF5693C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fr-CA" dirty="0">
                <a:latin typeface="Aptos Black" panose="020F0502020204030204" pitchFamily="34" charset="0"/>
              </a:rPr>
              <a:t>AWS</a:t>
            </a:r>
          </a:p>
          <a:p>
            <a:r>
              <a:rPr lang="fr-CA" dirty="0" err="1">
                <a:latin typeface="Aptos Black" panose="020F0502020204030204" pitchFamily="34" charset="0"/>
              </a:rPr>
              <a:t>Terraform</a:t>
            </a:r>
            <a:endParaRPr lang="fr-CA" dirty="0">
              <a:latin typeface="Aptos Black" panose="020F0502020204030204" pitchFamily="34" charset="0"/>
            </a:endParaRPr>
          </a:p>
          <a:p>
            <a:r>
              <a:rPr lang="fr-CA" dirty="0">
                <a:latin typeface="Aptos Black" panose="020F0502020204030204" pitchFamily="34" charset="0"/>
              </a:rPr>
              <a:t>Docker </a:t>
            </a:r>
          </a:p>
          <a:p>
            <a:r>
              <a:rPr lang="fr-CA" dirty="0" err="1">
                <a:latin typeface="Aptos Black" panose="020F0502020204030204" pitchFamily="34" charset="0"/>
              </a:rPr>
              <a:t>DuckDns</a:t>
            </a:r>
            <a:endParaRPr lang="fr-CA" dirty="0">
              <a:latin typeface="Aptos Black" panose="020F0502020204030204" pitchFamily="34" charset="0"/>
            </a:endParaRPr>
          </a:p>
          <a:p>
            <a:r>
              <a:rPr lang="fr-CA" dirty="0">
                <a:latin typeface="Aptos Black" panose="020F0502020204030204" pitchFamily="34" charset="0"/>
              </a:rPr>
              <a:t>MongoDB</a:t>
            </a:r>
          </a:p>
          <a:p>
            <a:r>
              <a:rPr lang="fr-CA" dirty="0">
                <a:latin typeface="Aptos Black" panose="020F0502020204030204" pitchFamily="34" charset="0"/>
              </a:rPr>
              <a:t>Spotify API</a:t>
            </a:r>
          </a:p>
          <a:p>
            <a:r>
              <a:rPr lang="fr-CA" dirty="0" err="1">
                <a:latin typeface="Aptos Black" panose="020F0502020204030204" pitchFamily="34" charset="0"/>
              </a:rPr>
              <a:t>LastFm</a:t>
            </a:r>
            <a:r>
              <a:rPr lang="fr-CA" dirty="0">
                <a:latin typeface="Aptos Black" panose="020F0502020204030204" pitchFamily="34" charset="0"/>
              </a:rPr>
              <a:t> api</a:t>
            </a:r>
          </a:p>
          <a:p>
            <a:r>
              <a:rPr lang="fr-CA" dirty="0">
                <a:latin typeface="Aptos Black" panose="020F0502020204030204" pitchFamily="34" charset="0"/>
              </a:rPr>
              <a:t>Express </a:t>
            </a:r>
          </a:p>
          <a:p>
            <a:endParaRPr lang="fr-CA" dirty="0"/>
          </a:p>
          <a:p>
            <a:endParaRPr lang="fr-CA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605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89916C1-ECBC-3D81-705E-6759F1C1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5" y="609600"/>
            <a:ext cx="3595678" cy="1330839"/>
          </a:xfrm>
        </p:spPr>
        <p:txBody>
          <a:bodyPr>
            <a:normAutofit/>
          </a:bodyPr>
          <a:lstStyle/>
          <a:p>
            <a:r>
              <a:rPr lang="fr-CA" dirty="0"/>
              <a:t>Schéma</a:t>
            </a:r>
          </a:p>
        </p:txBody>
      </p:sp>
      <p:pic>
        <p:nvPicPr>
          <p:cNvPr id="5" name="Espace réservé du contenu 4" descr="Une image contenant texte, diagramme, ligne, Parallèle&#10;&#10;Le contenu généré par l’IA peut être incorrect.">
            <a:extLst>
              <a:ext uri="{FF2B5EF4-FFF2-40B4-BE49-F238E27FC236}">
                <a16:creationId xmlns:a16="http://schemas.microsoft.com/office/drawing/2014/main" id="{D6BC118D-C4DA-FE74-9EE0-2EA16198A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4" r="-4" b="-4"/>
          <a:stretch>
            <a:fillRect/>
          </a:stretch>
        </p:blipFill>
        <p:spPr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00201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A195D5C-F7B6-AA31-4AEF-2271BDA14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fr-CA" sz="4000">
                <a:solidFill>
                  <a:srgbClr val="FFFFFF"/>
                </a:solidFill>
              </a:rPr>
              <a:t>Sécurité de l’application	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0D576334-BC8B-84B8-8982-67B362C884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040344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4320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5E423175-E73B-2542-221E-7051DD224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fr-CA" sz="3600">
                <a:solidFill>
                  <a:schemeClr val="tx2"/>
                </a:solidFill>
              </a:rPr>
              <a:t>Qualité de l’application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F1AE44-622E-0FEF-703E-CA128DF9B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fr-CA" sz="1800" dirty="0">
                <a:solidFill>
                  <a:schemeClr val="tx2"/>
                </a:solidFill>
              </a:rPr>
              <a:t>Services</a:t>
            </a:r>
          </a:p>
          <a:p>
            <a:r>
              <a:rPr lang="fr-CA" sz="1800" dirty="0">
                <a:solidFill>
                  <a:schemeClr val="tx2"/>
                </a:solidFill>
              </a:rPr>
              <a:t>Rajouter test de charges </a:t>
            </a:r>
          </a:p>
          <a:p>
            <a:endParaRPr lang="fr-CA" sz="1800" dirty="0">
              <a:solidFill>
                <a:schemeClr val="tx2"/>
              </a:solidFill>
            </a:endParaRPr>
          </a:p>
          <a:p>
            <a:endParaRPr lang="fr-CA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575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728BEC2-CA37-9734-3D5F-7464ED16C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fr-CA" sz="4000">
                <a:solidFill>
                  <a:srgbClr val="FFFFFF"/>
                </a:solidFill>
              </a:rPr>
              <a:t>Problèmes rencontrés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D8B6F3A3-CF71-9FBE-4130-BC05402767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185951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0845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D26AC45-5FBE-299F-067D-37E81FDA1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fr-CA" sz="4000">
                <a:solidFill>
                  <a:srgbClr val="FFFFFF"/>
                </a:solidFill>
              </a:rPr>
              <a:t>Solutions	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88D5D10C-FA8B-CA22-C1C1-25A33667E4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89906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8512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264A61-6AE3-4DC0-A455-5EDC604E3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2F23900D-D5D0-4EE8-80F4-D25038DE2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C55310DE-258B-4134-9DA8-DC4C2D0EBE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91EE10-D5F3-48FA-BE55-F24A0BE59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7EF3BBC7-022F-4CD5-BE8E-BD8206C4B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A877CB3E-FE2B-43A7-A987-F921A9249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C913F75-D21E-0CCE-6BCF-8D6E08FE0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644" y="841664"/>
            <a:ext cx="5155073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Conclusion	</a:t>
            </a:r>
          </a:p>
        </p:txBody>
      </p:sp>
    </p:spTree>
    <p:extLst>
      <p:ext uri="{BB962C8B-B14F-4D97-AF65-F5344CB8AC3E}">
        <p14:creationId xmlns:p14="http://schemas.microsoft.com/office/powerpoint/2010/main" val="3881720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1234BFB-C855-FA63-2DFF-295110D4C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fr-CA" sz="3700" dirty="0">
                <a:solidFill>
                  <a:srgbClr val="FFFFFF"/>
                </a:solidFill>
              </a:rPr>
              <a:t>Démonstration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0484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006AFE-866E-04F3-6274-82501C63B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5074024"/>
            <a:ext cx="10109199" cy="598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 err="1"/>
              <a:t>Période</a:t>
            </a:r>
            <a:r>
              <a:rPr lang="en-US" sz="3600" dirty="0"/>
              <a:t> de question</a:t>
            </a:r>
          </a:p>
        </p:txBody>
      </p:sp>
      <p:pic>
        <p:nvPicPr>
          <p:cNvPr id="5" name="Picture 4" descr="points d’interrogation noirs 3D avec un point d’interrogation jaune">
            <a:extLst>
              <a:ext uri="{FF2B5EF4-FFF2-40B4-BE49-F238E27FC236}">
                <a16:creationId xmlns:a16="http://schemas.microsoft.com/office/drawing/2014/main" id="{22A83A52-AF93-E403-9B0D-D912EA4000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5" b="5427"/>
          <a:stretch>
            <a:fillRect/>
          </a:stretch>
        </p:blipFill>
        <p:spPr>
          <a:xfrm>
            <a:off x="20" y="-39"/>
            <a:ext cx="12191980" cy="417274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2436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170</Words>
  <Application>Microsoft Office PowerPoint</Application>
  <PresentationFormat>Grand écran</PresentationFormat>
  <Paragraphs>44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2" baseType="lpstr">
      <vt:lpstr>Amasis MT Pro Black</vt:lpstr>
      <vt:lpstr>Aptos</vt:lpstr>
      <vt:lpstr>Aptos Black</vt:lpstr>
      <vt:lpstr>Aptos Display</vt:lpstr>
      <vt:lpstr>Arial</vt:lpstr>
      <vt:lpstr>Calibri</vt:lpstr>
      <vt:lpstr>Thème Office</vt:lpstr>
      <vt:lpstr>Présentation PowerPoint</vt:lpstr>
      <vt:lpstr>Contexte  </vt:lpstr>
      <vt:lpstr>Données</vt:lpstr>
      <vt:lpstr>Traitement </vt:lpstr>
      <vt:lpstr>Exemple de donnée</vt:lpstr>
      <vt:lpstr>Fonctionnalité </vt:lpstr>
      <vt:lpstr>Architecture</vt:lpstr>
      <vt:lpstr>Schéma</vt:lpstr>
      <vt:lpstr>Sécurité de l’application </vt:lpstr>
      <vt:lpstr>Qualité de l’application </vt:lpstr>
      <vt:lpstr>Problèmes rencontrés</vt:lpstr>
      <vt:lpstr>Solutions </vt:lpstr>
      <vt:lpstr>Conclusion </vt:lpstr>
      <vt:lpstr>Démonstration</vt:lpstr>
      <vt:lpstr>Période de 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Reda Saci</dc:creator>
  <cp:lastModifiedBy>Reda Saci</cp:lastModifiedBy>
  <cp:revision>1</cp:revision>
  <dcterms:created xsi:type="dcterms:W3CDTF">2025-12-15T02:20:58Z</dcterms:created>
  <dcterms:modified xsi:type="dcterms:W3CDTF">2025-12-15T04:15:24Z</dcterms:modified>
</cp:coreProperties>
</file>